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Priyadarshini Bhagwati College of Engineering, Nagpur</a:t>
            </a:r>
            <a:endParaRPr lang="en-US" sz="2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Information Technology</a:t>
            </a:r>
            <a:endParaRPr lang="en-US" sz="2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Session: 2026-2027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023360" y="1600200"/>
            <a:ext cx="1097280" cy="1097280"/>
          </a:xfrm>
          <a:prstGeom prst="roundRect">
            <a:avLst>
              <a:gd name="adj" fmla="val 16667"/>
            </a:avLst>
          </a:prstGeom>
          <a:solidFill>
            <a:srgbClr val="F5F7F5"/>
          </a:solidFill>
          <a:ln w="25400">
            <a:solidFill>
              <a:srgbClr val="2D50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023360" y="169164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🧘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LTJSS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CEP Task Seminar 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YogaLife — 3D Interactive Yoga &amp;</a:t>
            </a:r>
            <a:endParaRPr lang="en-US" sz="2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Wellness Android Application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42519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Guided by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&lt;Guide Name&gt;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54880" y="41605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Presented by</a:t>
            </a:r>
            <a:endParaRPr lang="en-US" sz="18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Swayam Gulhane</a:t>
            </a:r>
            <a:endParaRPr lang="en-US" sz="18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&lt;Group Member Names&gt;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4800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Priyadarshini Bhagwati College of Engineering, Nagpur | Department of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97280" y="1234440"/>
            <a:ext cx="69494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</a:t>
            </a:r>
            <a:endParaRPr lang="en-US" sz="2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Aim and Objectives</a:t>
            </a:r>
            <a:endParaRPr lang="en-US" sz="2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/ Issue Identified</a:t>
            </a:r>
            <a:endParaRPr lang="en-US" sz="2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Solution</a:t>
            </a:r>
            <a:endParaRPr lang="en-US" sz="2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Application Architecture &amp; Features</a:t>
            </a:r>
            <a:endParaRPr lang="en-US" sz="2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Application Screenshots &amp; Demo</a:t>
            </a:r>
            <a:endParaRPr lang="en-US" sz="2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Resources Required</a:t>
            </a:r>
            <a:endParaRPr lang="en-US" sz="2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Outcome &amp; Future Scope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4800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Priyadarshini Bhagwati College of Engineering, Nagpur | Department of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YogaLife is an interactive 3D mobile wellness platform combining yogic traditions with modern real-time graphics and speech.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Built with React Native, Expo SDK 53, and Three.js to deliver native 60 FPS skeletal animations on Android devices.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Features a 19-bone articulated humanoid mannequin that demonstrates precise posture geometry from 360° angles.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Integrates synchronized bilingual Hindi (हिंदी) and English voice guidance powered by Android Text-To-Speech.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Aim and Objective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4800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Priyadarshini Bhagwati College of Engineering, Nagpur | Department of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680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Aim: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To design and develop an interactive 3D Android yoga application offering real-time pose visualization and synchronized bilingual audio instruction.</a:t>
            </a:r>
            <a:pPr indent="0" marL="0">
              <a:buNone/>
            </a:pP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Objectives:</a:t>
            </a:r>
            <a:endParaRPr lang="en-US" sz="2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Construct 3D skeletal humanoid models demonstrating correct biomechanical alignment.</a:t>
            </a:r>
            <a:endParaRPr lang="en-US" sz="2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Develop a synchronization engine pairing spoken cues with 3D pose transitions.</a:t>
            </a:r>
            <a:endParaRPr lang="en-US" sz="2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Provide bilingual accessibility across both Hindi and English with live subtitles.</a:t>
            </a:r>
            <a:endParaRPr lang="en-US" sz="24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Integrate wellness features including Pranayama breathwork and scheduled alarms.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Problem/Issue Identified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4800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Priyadarshini Bhagwati College of Engineering, Nagpur | Department of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2D Visual Limitations: Static images and pre-recorded videos cannot be rotated or viewed from custom angles, obscuring subtle joint placements.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Language Accessibility Barriers: Existing yoga apps primarily provide English narration, excluding millions of native Hindi speakers.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Lack of Real-Time Breath Coordination: Users struggle to pace inhalation and exhalation with physical body movements.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Risk of Postural Injury: Practicing without alignment feedback or beginner modifications frequently causes muscular strains.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4800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Priyadarshini Bhagwati College of Engineering, Nagpur | Department of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Interactive 3D Skeletal Mannequin: 19-bone articulated rig offering 360° touch rotation, pinch-zoom, and 4 perspective presets (Front, Side, Back, Reset).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Synchronized Bilingual Speech Engine: Dual Hindi &amp; English TTS coordination tying step progression directly to narration timestamps.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Comprehensive 15+ Pose Library: Sanskrit, English, and Hindi names, breathing cues, alignment guidance, benefits, and safety precautions.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Integrated Wellness Ecosystem: Smart practice alarms with loud ringtones, animated Pranayama breath pacing, and persistent streak tracking.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Application Screenshots — Home &amp; Library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4800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Priyadarshini Bhagwati College of Engineering, Nagpur | Department of IT</a:t>
            </a:r>
            <a:endParaRPr lang="en-US" sz="1100" dirty="0"/>
          </a:p>
        </p:txBody>
      </p:sp>
      <p:pic>
        <p:nvPicPr>
          <p:cNvPr id="4" name="Image 0" descr="C:\Users\hp\.gemini\antigravity\scratch\YogaLife\screen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143000"/>
            <a:ext cx="1691640" cy="3429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61772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 Screen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Streak, Daily Pose &amp; Quick Start</a:t>
            </a:r>
            <a:endParaRPr lang="en-US" sz="1200" dirty="0"/>
          </a:p>
        </p:txBody>
      </p:sp>
      <p:pic>
        <p:nvPicPr>
          <p:cNvPr id="6" name="Image 1" descr="C:\Users\hp\.gemini\antigravity\scratch\YogaLife\screen_libr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143000"/>
            <a:ext cx="1691640" cy="3429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651760" y="461772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Pose Library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Filter by Category &amp; Difficulty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029200" y="1188720"/>
            <a:ext cx="3566160" cy="3291840"/>
          </a:xfrm>
          <a:prstGeom prst="roundRect">
            <a:avLst>
              <a:gd name="adj" fmla="val 4167"/>
            </a:avLst>
          </a:prstGeom>
          <a:solidFill>
            <a:srgbClr val="F7FAF7"/>
          </a:solidFill>
          <a:ln w="19050">
            <a:solidFill>
              <a:srgbClr val="2D501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212080" y="1371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UI Capabilities: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5212080" y="178308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Dynamic bilingual greeting and flame streak counter.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One-tap Hindi (हिंदी) and English language toggle switch.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search bar across Sanskrit and Hindi keywords.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Filter chips for Standing, Seated, Prone &amp; Inversion poses.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Direct access to Pranayama breathwork &amp; meditation.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Application Screenshots — Practice &amp; Progress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4800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Priyadarshini Bhagwati College of Engineering, Nagpur | Department of IT</a:t>
            </a:r>
            <a:endParaRPr lang="en-US" sz="1100" dirty="0"/>
          </a:p>
        </p:txBody>
      </p:sp>
      <p:pic>
        <p:nvPicPr>
          <p:cNvPr id="4" name="Image 0" descr="C:\Users\hp\.gemini\antigravity\scratch\YogaLife\screen_pract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143000"/>
            <a:ext cx="1691640" cy="3429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61772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 Sessions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Curated Multi-Pose Flows</a:t>
            </a:r>
            <a:endParaRPr lang="en-US" sz="1200" dirty="0"/>
          </a:p>
        </p:txBody>
      </p:sp>
      <p:pic>
        <p:nvPicPr>
          <p:cNvPr id="6" name="Image 1" descr="C:\Users\hp\.gemini\antigravity\scratch\YogaLife\screen_progr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143000"/>
            <a:ext cx="1691640" cy="3429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651760" y="461772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Progress Tracker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Heatmap &amp; 7-Day Analytics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029200" y="1188720"/>
            <a:ext cx="3566160" cy="3291840"/>
          </a:xfrm>
          <a:prstGeom prst="roundRect">
            <a:avLst>
              <a:gd name="adj" fmla="val 4167"/>
            </a:avLst>
          </a:prstGeom>
          <a:solidFill>
            <a:srgbClr val="F7FAF7"/>
          </a:solidFill>
          <a:ln w="19050">
            <a:solidFill>
              <a:srgbClr val="2D501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212080" y="1371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Practice &amp; Tracking Flow: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5212080" y="178308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Curated flows: Morning Yoga, Stress Relief &amp; Surya Namaskar.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Duration &amp; difficulty tags for structured yogic routines.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30-Day calendar heatmap tracking daily consistency.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Dynamic weekly practice chart with total minutes practiced.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Persistent storage retention with AsyncStorage.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Application Screenshots — 3D Pose Viewer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4800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Priyadarshini Bhagwati College of Engineering, Nagpur | Department of IT</a:t>
            </a:r>
            <a:endParaRPr lang="en-US" sz="1100" dirty="0"/>
          </a:p>
        </p:txBody>
      </p:sp>
      <p:pic>
        <p:nvPicPr>
          <p:cNvPr id="4" name="Image 0" descr="C:\Users\hp\.gemini\antigravity\scratch\YogaLife\screen_pose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143000"/>
            <a:ext cx="1691640" cy="3429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61772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Pose Detail &amp; 3D Viewer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Tadasana (Mountain Pose)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291840" y="1188720"/>
            <a:ext cx="5303520" cy="3291840"/>
          </a:xfrm>
          <a:prstGeom prst="roundRect">
            <a:avLst>
              <a:gd name="adj" fmla="val 4167"/>
            </a:avLst>
          </a:prstGeom>
          <a:solidFill>
            <a:srgbClr val="F7FAF7"/>
          </a:solidFill>
          <a:ln w="19050">
            <a:solidFill>
              <a:srgbClr val="2D501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566160" y="13716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3D Engine &amp; Guidance Features: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3566160" y="178308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Real-time 3D Canvas rendering at 60 FPS using Expo-GL &amp; Three.js.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Touch Orbit Controls: Drag for 360° rotation and pinch to zoom in/out.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Camera Presets: Front, Side, and Rear angle buttons for quick alignment check.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Four segmented tabs: Instructions, Yogic Benefits, Alignment, Precautions.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One-click "Start Guided Tutorial" for voice-synchronized guided practice.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Resources Required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4800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Priyadarshini Bhagwati College of Engineering, Nagpur | Department of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Software Requirements:</a:t>
            </a:r>
            <a:endParaRPr lang="en-US" sz="2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Operating System: Windows 11 / Linux / macOS for cross-platform development.</a:t>
            </a:r>
            <a:endParaRPr lang="en-US" sz="2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Frontend &amp; Runtime: React Native, Expo SDK 53, and Node.js v24.</a:t>
            </a:r>
            <a:endParaRPr lang="en-US" sz="2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3D Graphics Engine: Three.js with Expo-GL WebGL context bindings.</a:t>
            </a:r>
            <a:endParaRPr lang="en-US" sz="2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Audio &amp; Speech: Android native Text-To-Speech API (expo-speech) and Expo-AV.</a:t>
            </a:r>
            <a:pPr indent="0" marL="0">
              <a:buNone/>
            </a:pP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Hardware Requirements:</a:t>
            </a:r>
            <a:endParaRPr lang="en-US" sz="2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Target Device: Mid-range Android smartphone (Android 9.0+, 3GB+ RAM, WebGL 2.0).</a:t>
            </a:r>
            <a:endParaRPr lang="en-US" sz="2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Development Machine: Quad-core 64-bit processor, 8GB+ RAM, 20GB free storage.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Outcome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4800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Priyadarshini Bhagwati College of Engineering, Nagpur | Department of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Delivered an interactive, production-ready 3D Android yoga learning platform with 15+ verified asana models.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Successfully unified skeletal 3D character animation with synchronized bilingual Hindi &amp; English speech narration.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Eliminated dependencies on paid AI voice APIs by utilizing Android native speech synthesis engines.</a:t>
            </a:r>
            <a:endParaRPr lang="en-US" sz="2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Deployed live production web build (https://dist-navy-nu-38.vercel.app) with full multi-device accessibility.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2D501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0" y="3108960"/>
            <a:ext cx="2743200" cy="0"/>
          </a:xfrm>
          <a:prstGeom prst="line">
            <a:avLst/>
          </a:prstGeom>
          <a:noFill/>
          <a:ln w="25400">
            <a:solidFill>
              <a:srgbClr val="2D50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Priyadarshini Bhagwati College of Engineering, Nagpur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Information Technology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Session: 2026-2027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Project: YogaLife — 3D Interactive Yoga &amp; Wellness Android App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Demo: https://dist-navy-nu-38.vercel.app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2026-10-14T17:11:21Z</dcterms:created>
  <dcterms:modified xsi:type="dcterms:W3CDTF">2026-10-14T17:11:21Z</dcterms:modified>
</cp:coreProperties>
</file>